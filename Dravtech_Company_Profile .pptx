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22B52"/>
          </a:solidFill>
          <a:ln w="12700">
            <a:solidFill>
              <a:srgbClr val="122B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2B52"/>
          </a:solidFill>
          <a:ln w="12700">
            <a:solidFill>
              <a:srgbClr val="122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754880"/>
            <a:ext cx="2286000" cy="3886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DRAVTECH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5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LIMITED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2423160"/>
            <a:ext cx="2926080" cy="36576"/>
          </a:xfrm>
          <a:prstGeom prst="rect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060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Innovative Digital Solutions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Solve Real-World Problems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4754880"/>
            <a:ext cx="3657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DRAVTECH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" y="2468880"/>
            <a:ext cx="18288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Company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457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Are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Dravtech Private Limited is a forward-thinking technology company focused on building innovative digital solutions that solve real-world problems.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21031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specialize in software development, system design, data-driven solutions, and digital product innovation — delivering scalable and impactful technology across industries.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3200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 Dravtech, we combine technical expertise with creativity to develop platforms that are efficient, user-centered, and future-ready.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4206240"/>
            <a:ext cx="155448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4206240"/>
            <a:ext cx="155448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4206240"/>
            <a:ext cx="155448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22B52">
              <a:alpha val="60000"/>
            </a:srgbClr>
          </a:solidFill>
          <a:ln w="12700">
            <a:solidFill>
              <a:srgbClr val="122B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22B52">
              <a:alpha val="50000"/>
            </a:srgbClr>
          </a:solidFill>
          <a:ln w="12700">
            <a:solidFill>
              <a:srgbClr val="122B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 be a globally recognized technology company that transforms industries through innovative, scalable, and impactful digital solutions — empowering businesses and communities to thrive in a connected world."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2651760" cy="1371600"/>
          </a:xfrm>
          <a:prstGeom prst="rect">
            <a:avLst/>
          </a:prstGeom>
          <a:solidFill>
            <a:srgbClr val="122B5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520440"/>
            <a:ext cx="265176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11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Reshape how industries operate through breakthrough technology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3520440"/>
            <a:ext cx="2651760" cy="1371600"/>
          </a:xfrm>
          <a:prstGeom prst="rect">
            <a:avLst/>
          </a:prstGeom>
          <a:solidFill>
            <a:srgbClr val="122B5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520440"/>
            <a:ext cx="265176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611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4041648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Enable businesses and communities to achieve more with digital 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520440"/>
            <a:ext cx="2651760" cy="1371600"/>
          </a:xfrm>
          <a:prstGeom prst="rect">
            <a:avLst/>
          </a:prstGeom>
          <a:solidFill>
            <a:srgbClr val="122B5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520440"/>
            <a:ext cx="265176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611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4041648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Continuously push boundaries to discover new digital possibilities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22B52"/>
          </a:solidFill>
          <a:ln w="12700">
            <a:solidFill>
              <a:srgbClr val="122B5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1143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35608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122B5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472184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2161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Development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15727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robust applications and digital platforms tailored to real-world needs.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143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43000"/>
            <a:ext cx="54864" cy="1143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435608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122B5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472184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12161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58968" y="15727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Designing scalable systems and technical architectures for enterprise-grade performance.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240487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404872"/>
            <a:ext cx="54864" cy="1143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1480" y="269748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122B5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734056"/>
            <a:ext cx="429768" cy="4297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4128" y="24780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Solutions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24128" y="28346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Delivering analytical insights and data-powered tools that drive informed decisions.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240487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2404872"/>
            <a:ext cx="54864" cy="1143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46320" y="269748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122B5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734056"/>
            <a:ext cx="429768" cy="4297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58968" y="24780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Design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58968" y="28346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Creating user-focused experiences that are intuitive, engaging, and accessible.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74320" y="366674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74320" y="3666744"/>
            <a:ext cx="54864" cy="1143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11480" y="3959352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122B5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995928"/>
            <a:ext cx="429768" cy="4297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24128" y="37398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Transformation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024128" y="409651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Supporting businesses in evolving their operations through modern technology.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709160" y="366674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709160" y="3666744"/>
            <a:ext cx="54864" cy="1143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846320" y="3959352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122B52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995928"/>
            <a:ext cx="429768" cy="4297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458968" y="37398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Innovation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458968" y="409651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Exploring emerging technologies to build forward-looking solutions.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STAND FOR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Values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640080" cy="640080"/>
          </a:xfrm>
          <a:prstGeom prst="ellipse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252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5568" y="16002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solutions that push boundaries and create new possibilities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15568" y="2313432"/>
            <a:ext cx="2057400" cy="18288"/>
          </a:xfrm>
          <a:prstGeom prst="rect">
            <a:avLst/>
          </a:prstGeom>
          <a:solidFill>
            <a:srgbClr val="00C2CB">
              <a:alpha val="30000"/>
            </a:srgbClr>
          </a:solidFill>
          <a:ln w="12700">
            <a:solidFill>
              <a:srgbClr val="00C2CB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234440"/>
            <a:ext cx="640080" cy="640080"/>
          </a:xfrm>
          <a:prstGeom prst="ellipse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95928" y="1252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Excellence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995928" y="16002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Committed to high-quality, reliable, and scalable systems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995928" y="2313432"/>
            <a:ext cx="2057400" cy="18288"/>
          </a:xfrm>
          <a:prstGeom prst="rect">
            <a:avLst/>
          </a:prstGeom>
          <a:solidFill>
            <a:srgbClr val="00C2CB">
              <a:alpha val="30000"/>
            </a:srgbClr>
          </a:solidFill>
          <a:ln w="12700">
            <a:solidFill>
              <a:srgbClr val="00C2CB">
                <a:alpha val="3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1234440"/>
            <a:ext cx="640080" cy="640080"/>
          </a:xfrm>
          <a:prstGeom prst="ellipse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1252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76288" y="16002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Operating with transparency, accountability, and professionalism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76288" y="2313432"/>
            <a:ext cx="2057400" cy="18288"/>
          </a:xfrm>
          <a:prstGeom prst="rect">
            <a:avLst/>
          </a:prstGeom>
          <a:solidFill>
            <a:srgbClr val="00C2CB">
              <a:alpha val="30000"/>
            </a:srgbClr>
          </a:solidFill>
          <a:ln w="12700">
            <a:solidFill>
              <a:srgbClr val="00C2CB">
                <a:alpha val="3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5760" y="3063240"/>
            <a:ext cx="640080" cy="640080"/>
          </a:xfrm>
          <a:prstGeom prst="ellipse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3081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15568" y="34290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Believing in teamwork, partnerships, and shared success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3063240"/>
            <a:ext cx="640080" cy="640080"/>
          </a:xfrm>
          <a:prstGeom prst="ellipse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546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5928" y="3081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995928" y="34290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Continuously learning, adapting, and evolving with technology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26480" y="3063240"/>
            <a:ext cx="640080" cy="640080"/>
          </a:xfrm>
          <a:prstGeom prst="ellipse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5468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876288" y="3081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6876288" y="34290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Creating meaningful solutions that solve real problems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EXPERTISE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858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4128" y="1417320"/>
            <a:ext cx="27432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051560"/>
            <a:ext cx="7498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11064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Development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8760" y="14356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Web, mobile, and desktop applications built with modern frameworks and clean architecture.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41080" y="1298448"/>
            <a:ext cx="274320" cy="2743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39112"/>
            <a:ext cx="6858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3911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128" y="2404872"/>
            <a:ext cx="27432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53312" y="2039112"/>
            <a:ext cx="7498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08760" y="20939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Design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08760" y="24231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technical blueprints for scalable, high-performance infrastructure.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41080" y="2286000"/>
            <a:ext cx="274320" cy="2743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26664"/>
            <a:ext cx="6858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26664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24128" y="3392424"/>
            <a:ext cx="27432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53312" y="3026664"/>
            <a:ext cx="7498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08760" y="3081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Analytics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508760" y="34107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intelligence, dashboards, and data pipelines to extract actionable insights.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41080" y="3273552"/>
            <a:ext cx="274320" cy="2743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014216"/>
            <a:ext cx="6858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14216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4128" y="4379976"/>
            <a:ext cx="27432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3312" y="4014216"/>
            <a:ext cx="7498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50876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Emerging Tech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508760" y="43982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Exploring AI, IoT, blockchain, and other frontier technologies for next-gen products.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41080" y="4261104"/>
            <a:ext cx="274320" cy="2743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CHOOSE DRAVTECH?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554480"/>
          </a:xfrm>
          <a:prstGeom prst="rect">
            <a:avLst/>
          </a:prstGeom>
          <a:solidFill>
            <a:srgbClr val="122B5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Client-Centric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Approach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960120"/>
            <a:ext cx="1965960" cy="1554480"/>
          </a:xfrm>
          <a:prstGeom prst="rect">
            <a:avLst/>
          </a:prstGeom>
          <a:solidFill>
            <a:srgbClr val="122B5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960120"/>
            <a:ext cx="196596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07899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Future-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42032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960120"/>
            <a:ext cx="1965960" cy="1554480"/>
          </a:xfrm>
          <a:prstGeom prst="rect">
            <a:avLst/>
          </a:prstGeom>
          <a:solidFill>
            <a:srgbClr val="122B5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18304" y="960120"/>
            <a:ext cx="196596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07899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18304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Solutions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94576" y="960120"/>
            <a:ext cx="1965960" cy="1554480"/>
          </a:xfrm>
          <a:prstGeom prst="rect">
            <a:avLst/>
          </a:prstGeom>
          <a:solidFill>
            <a:srgbClr val="122B52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94576" y="960120"/>
            <a:ext cx="196596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107899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&amp;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94576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Methodology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79776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724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technical expertise across full-stack development and system design</a:t>
            </a:r>
            <a:endParaRPr lang="en-US" sz="12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3697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7724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User-centered design philosophy embedded at every stage of development</a:t>
            </a:r>
            <a:endParaRPr lang="en-US" sz="12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94176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7724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Commitment to transparency, accountability, and professional integrity</a:t>
            </a:r>
            <a:endParaRPr lang="en-US" sz="12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5137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724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Research-driven culture that stays ahead of technology trends</a:t>
            </a:r>
            <a:endParaRPr lang="en-US" sz="12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60857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Scalable solutions designed to grow alongside your business needs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22B52">
              <a:alpha val="50000"/>
            </a:srgbClr>
          </a:solidFill>
          <a:ln w="12700">
            <a:solidFill>
              <a:srgbClr val="122B5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122B52">
              <a:alpha val="60000"/>
            </a:srgbClr>
          </a:solidFill>
          <a:ln w="12700">
            <a:solidFill>
              <a:srgbClr val="122B5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FUTURE TOGETHER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DRAVTECH PRIVATE LIMITED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1965960"/>
            <a:ext cx="2743200" cy="36576"/>
          </a:xfrm>
          <a:prstGeom prst="rect">
            <a:avLst/>
          </a:prstGeom>
          <a:solidFill>
            <a:srgbClr val="00C2CB">
              <a:alpha val="50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Innovation  ·  Excellence  ·  Integrity  ·  Collaboration  ·  Growth  ·  Impact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743200"/>
            <a:ext cx="4572000" cy="1737360"/>
          </a:xfrm>
          <a:prstGeom prst="rect">
            <a:avLst/>
          </a:prstGeom>
          <a:solidFill>
            <a:srgbClr val="122B52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0" y="2743200"/>
            <a:ext cx="4572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IN TOUCH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3246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www.dravtech.com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info@dravtech.com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Dravtech Private Limited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Dravtech Private Limited – Company Profile</dc:title>
  <dc:subject>PptxGenJS Presentation</dc:subject>
  <dc:creator>Dravtech</dc:creator>
  <cp:lastModifiedBy>Dravtech</cp:lastModifiedBy>
  <cp:revision>1</cp:revision>
  <dcterms:created xsi:type="dcterms:W3CDTF">2026-03-20T13:37:18Z</dcterms:created>
  <dcterms:modified xsi:type="dcterms:W3CDTF">2026-03-20T13:37:18Z</dcterms:modified>
</cp:coreProperties>
</file>